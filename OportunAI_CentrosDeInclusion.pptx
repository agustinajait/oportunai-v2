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OportunAI es una plataforma de empleo con IA diseñada para trabajadores en situación de vulnerabilidad.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combina búsqueda de empleo, perfil digital y acompañamiento por IA en una sola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OportunAI está diseñado para personas en situación de vulnerabilidad laboral y para las organizaciones que las acompañan.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pasos clave del recorrido del usuario en OportunAI.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1: El usuario crea su cuenta y completa su perfil laboral digital. Es simple y no requiere CV previo.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2: Grabación del Video CV. Es una de las funciones más diferenciales de OportunAI.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3: El CV Apto ATS permite que las personas pasen los filtros automáticos de las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4: El usuario comparte su perfil digital por WhatsApp o email a empleadores, sin necesidad de imprimir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Korai es el asistente de IA de OportunAI. Funciona por WhatsApp y en la plataforma web, orientando a cada persona en su camino laboral.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buscador usa IA para interpretar consultas en lenguaje natural y tiene sistema de fallback doble para siempre mostrar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los centros de inclusión social pueden usar OportunAI para acompañar a sus beneficiarios.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Invitar a los referentes del centro a registrarse y probar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46120" y="7498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plataforma de empleo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inteligencia artificial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digital para centros de inclusión social, municipios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organizaciones que acompañan a personas en búsqueda laboral.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41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Digital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4832" y="393192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3941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21024" y="393192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3941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57216" y="393192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3941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93408" y="393192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3941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7315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OportunAI?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26060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70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Empleo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personas con ofertas laborales de empresas reales. Búsqueda inteligente con lenguaje natural en todo el país.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88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554480"/>
            <a:ext cx="260604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170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4871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Korai, el asistente IA, orienta a cada persona en su camino laboral: habilidades, formación, entrevistas y más.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188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554480"/>
            <a:ext cx="26060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170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Profesional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4871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un perfil digital con Video CV, CV descargable apto ATS y link compartible para WhatsApp.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7315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es OportunAI?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👩‍🏭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9848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" y="18105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buscan su primer empleo formal o quieren mejorar sus condiciones laborales.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04488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sin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04488" y="18105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egresados o primeros buscadores de empleo que necesitan destacarse.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39128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familia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39128" y="18105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necesitan trabajo cerca de casa con horarios compatibles.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182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♿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69848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ofertas inclusivas y acompañamiento personalizado.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182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🏘️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04488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04488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y ONGs que acompañan grupos vulnerables en su inserción laboral.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3182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39128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9128" y="363931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quieren reclutar con diversidad e inclusión de forma simple.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completo en 4 pasos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el usuario llega al centro hasta que comparte su perfil con una empresa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901952" cy="3291840"/>
          </a:xfrm>
          <a:prstGeom prst="roundRect">
            <a:avLst>
              <a:gd name="adj" fmla="val 7212"/>
            </a:avLst>
          </a:prstGeom>
          <a:solidFill>
            <a:srgbClr val="1A274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8529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perfil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347472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habilidades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514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96312" y="1463040"/>
            <a:ext cx="1901952" cy="3291840"/>
          </a:xfrm>
          <a:prstGeom prst="roundRect">
            <a:avLst>
              <a:gd name="adj" fmla="val 7212"/>
            </a:avLst>
          </a:prstGeom>
          <a:solidFill>
            <a:srgbClr val="1A2744"/>
          </a:solidFill>
          <a:ln w="19050">
            <a:solidFill>
              <a:srgbClr val="1E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5087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96312" y="219456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9464" y="28529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Video CV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9464" y="347472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seg. desde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6552" y="2514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81144" y="1463040"/>
            <a:ext cx="1901952" cy="3291840"/>
          </a:xfrm>
          <a:prstGeom prst="roundRect">
            <a:avLst>
              <a:gd name="adj" fmla="val 7212"/>
            </a:avLst>
          </a:prstGeom>
          <a:solidFill>
            <a:srgbClr val="1A2744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5087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81144" y="219456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54296" y="28529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CV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 ATS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54296" y="347472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listo para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1384" y="25146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65976" y="1463040"/>
            <a:ext cx="1901952" cy="3291840"/>
          </a:xfrm>
          <a:prstGeom prst="roundRect">
            <a:avLst>
              <a:gd name="adj" fmla="val 7212"/>
            </a:avLst>
          </a:prstGeom>
          <a:solidFill>
            <a:srgbClr val="1A274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65976" y="15087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665976" y="219456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39128" y="285292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39128" y="347472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A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Armá tu Perfil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 Digital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oportunai.com.ar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411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hace?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15968" y="1051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a oportunai.com.ar y registrate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15968" y="13807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necesitás nombre, email y contraseña. En menos de 2 minutos.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92024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5968" y="2011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 tus datos personales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15968" y="234086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teléfono, dirección y una breve presentación de quién sos.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88036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971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tus experiencias y habilidades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15968" y="330098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anteriores, formación y las cosas que sabés hacer.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84048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15968" y="39319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Subí tu foto de perfil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15968" y="426110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clara y de frente. Podés sacarla desde el celular.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Grabá tu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3246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Desde el celular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 computadora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411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grabarlo?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15968" y="1051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a tu perfil y presioná "Grabar Video"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15968" y="13807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da una guía con lo que podés decir.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92024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5968" y="2011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 en 30 segundos a 1 minuto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15968" y="234086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qué sabés hacer, en qué área buscás trabajo y dónde.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88036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971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Grabalo de frente, con buena luz y sin ruido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15968" y="330098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ropa formal, alcanza con verse presentable.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840480"/>
            <a:ext cx="4892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15968" y="39319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Revisalo y publicalo en tu perfil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15968" y="426110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visible para los empleadores que visiten tu perfil.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4617720"/>
            <a:ext cx="4892040" cy="384048"/>
          </a:xfrm>
          <a:prstGeom prst="roundRect">
            <a:avLst>
              <a:gd name="adj" fmla="val 16667"/>
            </a:avLst>
          </a:prstGeom>
          <a:solidFill>
            <a:srgbClr val="FFF9C4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6360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El Video CV multiplica las chances de ser contactado por empleadores.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Descargá tu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En PDF · Listo para enviar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411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CV Apto ATS?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9601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(Applicant Tracking System) es el software que usan las empresas para filtrar CVs automáticamente. Si el CV no está en el formato correcto, queda afuera — aunque la persona sea ideal.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87952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columnas ni tablas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87952" y="22037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simple que el software puede leer sin errores.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6700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87952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 del puesto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87952" y="2953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 incluye las keywords del área laboral del usuario.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4198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87952" y="3419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bien ordenadas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87952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experiencia, habilidades y formación en el orden correcto.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41696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87952" y="4169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para descargar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87952" y="4453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perfil, botón "Descargar CV" → PDF listo al instante.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Compartí tu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Digital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Un link que lo dice todo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411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tiene el perfil compartible?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94760" y="109728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1261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34840" y="1170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visible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1481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empleador ve a la persona presentarse antes de llamarla.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201168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2176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34840" y="2084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habilidades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23957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laboral organizada y actualizada.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292608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3090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34840" y="29992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y logros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34840" y="3310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completados, puntajes de alfabetización digital.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0" y="384048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86200" y="40050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34840" y="39136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Compartible desde WhatsApp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34840" y="4224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link tipo oportunai.com.ar/perfil/nombre fácil de enviar.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KORAI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coach de IA,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acompaña a cada persona en su camino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empleo con orientación personalizada.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Orienta según el perfil y la zona geográfica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Sugiere cursos y talleres de formación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Prepara para entrevistas laborales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 consejos prácticos de búsqueda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Se activa por WhatsApp (Corey)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00584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0789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Hola! Busco trabajo de limpieza en Quilmes 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18288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9019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Encontré 8 ofertas de limpieza en Quilmes. ¿Querés que te prepare para la entrevista? 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283464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1A3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29077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Sí! Y quiero mejorar mi CV también ✨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7315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Inteligente de Ofertas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"busco trabajo de limpieza en San Isidro"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buscador entiende lenguaje natural — no hace falta saber qué palabras exactas usar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70432" y="23042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frases conversacionales como "busco trabajo de mozo en zona norte".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9456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032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13832" y="23042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zona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3832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ciudad o barrio y filtra resultados con precisión. Sin confundir zonas.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630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internas y externas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977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ofertas publicadas en OportunAI y de otros portales en un solo resultado.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2044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13832" y="3630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automático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3977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resultados exactos, amplía la búsqueda gradualmente sin errores.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73152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 en el Centro de Inclusión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🏘️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recibe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71800" y="1188720"/>
            <a:ext cx="1097280" cy="109728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acompaña 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 perfil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Graban el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juntos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69480" y="1188720"/>
            <a:ext cx="1097280" cy="10972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sale con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perfil listo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la organización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" y="374904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Seguimiento del avance de cada persona atendida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407822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Registro digital de todos los perfiles creados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4407408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Vinculación directa con empresas que buscan talento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3440" y="374904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Sin costo para las personas ni para el centro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63440" y="407822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Funciona desde celular: no se necesita computadora propia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28090">
              <a:alpha val="16000"/>
            </a:srgbClr>
          </a:solidFill>
          <a:ln w="12700">
            <a:solidFill>
              <a:srgbClr val="02809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¡Empezá hoy!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Ayudá a más personas a encontrar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que merecen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tener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60604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6334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3337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 para descargar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CV Apto 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60604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6334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Korai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coach de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42976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297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oportunai.com.ar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429768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1A3A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297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info@oportunai.com.ar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2026-08-25T00:59:05Z</dcterms:created>
  <dcterms:modified xsi:type="dcterms:W3CDTF">2026-08-25T00:59:05Z</dcterms:modified>
</cp:coreProperties>
</file>