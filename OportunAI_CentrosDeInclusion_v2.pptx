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OportunAI: herramienta de perfil laboral digital y acompañamiento de inserción laboral. Segunda edición / spin-off de Tu VideoCV.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es la segunda edición / spin-off de Tu VideoCV (2016). TuVideoCV logró que más de 1 millón de personas se audiovisualizaran con un 70% de tasa de match a entrevista laboral.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no es una bolsa de trabajo. Es una herramienta de perfil laboral digital con acompañamiento de IA (Korai) y vinculación con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fiel del perfil laboral digital compartible. Incluye: nav con logo, header con avatar y badges, semáforo Korai de 6 dimensiones, video CV integrado y botones de descarga y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pasos para crear el perfil laboral digital en OportunAI.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CV es el corazón del perfil. En TuVideoCV, su predecesora, el 70% de los usuarios con video llegó a entrevista laboral.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CV Apto ATS se genera automáticamente desde el perfil. Permite que las personas pasen los filtros automáticos de las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Korai es el asistente de IA que acompaña a cada persona según su contexto de vida. Funciona por WhatsApp (como Corey) y en la plataforma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los centros de inclusión social usan OportunAI: acompañan a las personas a crear su perfil digital en las sesiones del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buscador usa IA para interpretar lenguaje natural. Tiene sistema de fallback doble para siempre mostrar resultados relevantes.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OportunAI es la segunda edición de Tu VideoCV. Contacto para centros de inclusión.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5B3FE0">
              <a:alpha val="20000"/>
            </a:srgbClr>
          </a:solidFill>
          <a:ln w="12700">
            <a:solidFill>
              <a:srgbClr val="5B3FE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657600" cy="3657600"/>
          </a:xfrm>
          <a:prstGeom prst="ellipse">
            <a:avLst/>
          </a:prstGeom>
          <a:solidFill>
            <a:srgbClr val="0E9C82">
              <a:alpha val="15000"/>
            </a:srgbClr>
          </a:solidFill>
          <a:ln w="12700">
            <a:solidFill>
              <a:srgbClr val="0E9C8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94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594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perfil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 digital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acompañamiento de inserción laboral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21868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de identidad digital para organizaciones,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y centros de inclusión social.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60020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23944"/>
            <a:ext cx="1600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laboral digital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58568" y="4114800"/>
            <a:ext cx="160020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4123944"/>
            <a:ext cx="1600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68496" y="4114800"/>
            <a:ext cx="160020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8496" y="4123944"/>
            <a:ext cx="1600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78424" y="4114800"/>
            <a:ext cx="160020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78424" y="4123944"/>
            <a:ext cx="1600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88352" y="4114800"/>
            <a:ext cx="1600200" cy="265176"/>
          </a:xfrm>
          <a:prstGeom prst="roundRect">
            <a:avLst>
              <a:gd name="adj" fmla="val 24138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4123944"/>
            <a:ext cx="1600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inteligente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39319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931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edición de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VideoCV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5B3FE0">
              <a:alpha val="18000"/>
            </a:srgbClr>
          </a:solidFill>
          <a:ln w="12700">
            <a:solidFill>
              <a:srgbClr val="5B3FE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hasta OportunAI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3896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VideoCV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— La primera edición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+ 1.000.000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363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 a entrevista laboral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· Walmart · Adecco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764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participantes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NXTP Labs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aceleradora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120640" y="1097280"/>
            <a:ext cx="3566160" cy="3520440"/>
          </a:xfrm>
          <a:prstGeom prst="roundRect">
            <a:avLst>
              <a:gd name="adj" fmla="val 3896"/>
            </a:avLst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80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17373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La evolución con 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2128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Perfil laboral digital completo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0" y="2715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Asistente Korai con IA generativa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0" y="3218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CV Apto ATS descargable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0" y="37216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Diagnóstico de bienestar (semáforo)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0" y="4224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Buscador con lenguaje natural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OportunAI?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bolsa de trabajo. Es una herramienta de identidad laboral con acompañamiento de IA.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640080" cy="6400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" y="23957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laboral digital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" y="290779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su propia página pública con foto, bio, experiencia, habilidades, Video CV y documentos verificados.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97480" y="1572768"/>
            <a:ext cx="137160" cy="13716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5087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645920"/>
            <a:ext cx="640080" cy="640080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82696" y="23957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con 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82696" y="290779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orienta a cada persona según su contexto de vida: empleo, salud, vivienda, ingresos, red social y educación.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41848" y="1572768"/>
            <a:ext cx="137160" cy="13716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5087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164592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7064" y="239572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con empresas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27064" y="290779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digital es compartible por WhatsApp. Las empresas reciben un link con toda la información del candidato.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86216" y="1572768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laboral digital compartible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real del perfil — oportunai.com.ar/u/nombre-apellido/cv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57800" y="201168"/>
            <a:ext cx="3547872" cy="4754880"/>
          </a:xfrm>
          <a:prstGeom prst="roundRect">
            <a:avLst>
              <a:gd name="adj" fmla="val 567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0096" y="283464"/>
            <a:ext cx="3383280" cy="4590288"/>
          </a:xfrm>
          <a:prstGeom prst="roundRect">
            <a:avLst>
              <a:gd name="adj" fmla="val 4324"/>
            </a:avLst>
          </a:prstGeom>
          <a:solidFill>
            <a:srgbClr val="F8F7F4"/>
          </a:solidFill>
          <a:ln w="12700">
            <a:solidFill>
              <a:srgbClr val="EEE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0096" y="283464"/>
            <a:ext cx="3383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3566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3383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0136" y="3566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26680" y="36576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376672" y="731520"/>
            <a:ext cx="331012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04688" y="896112"/>
            <a:ext cx="621792" cy="621792"/>
          </a:xfrm>
          <a:prstGeom prst="ellipse">
            <a:avLst/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896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85953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González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1978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978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CV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885432" y="1197864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19786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3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Perfil nativo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468112" y="1508760"/>
            <a:ext cx="3127248" cy="0"/>
          </a:xfrm>
          <a:prstGeom prst="line">
            <a:avLst/>
          </a:prstGeom>
          <a:noFill/>
          <a:ln w="6350">
            <a:solidFill>
              <a:srgbClr val="EEE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581912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trabajo de limpieza en zona norte. Tengo experiencia en hotelería y soy responsable.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376672" y="2075688"/>
            <a:ext cx="3310128" cy="868680"/>
          </a:xfrm>
          <a:prstGeom prst="roundRect">
            <a:avLst>
              <a:gd name="adj" fmla="val 10526"/>
            </a:avLst>
          </a:prstGeom>
          <a:solidFill>
            <a:srgbClr val="FFFBF3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1396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24144" y="21396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vida — Korai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24144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bienestar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68112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41848" y="26243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Empleo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6007608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26243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Educ.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6547104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26243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Ing.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086600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0336" y="26243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Salud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7626096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9832" y="2624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6096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Viv.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8165592" y="257860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9328" y="26243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65592" y="2743200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Red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376672" y="3035808"/>
            <a:ext cx="33101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8112" y="3145536"/>
            <a:ext cx="3127248" cy="777240"/>
          </a:xfrm>
          <a:prstGeom prst="roundRect">
            <a:avLst>
              <a:gd name="adj" fmla="val 8235"/>
            </a:avLst>
          </a:prstGeom>
          <a:solidFill>
            <a:srgbClr val="161513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9128" y="3255264"/>
            <a:ext cx="402336" cy="402336"/>
          </a:xfrm>
          <a:prstGeom prst="ellipse">
            <a:avLst/>
          </a:prstGeom>
          <a:solidFill>
            <a:srgbClr val="2A2A6A"/>
          </a:solidFill>
          <a:ln w="12700">
            <a:solidFill>
              <a:srgbClr val="5050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9128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68112" y="39684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468112" y="41788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4178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Descargar CV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6364224" y="4178808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EEDEA"/>
          </a:solidFill>
          <a:ln w="12700">
            <a:solidFill>
              <a:srgbClr val="EEED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417880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Compartir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228600" y="132588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47472" y="1490472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🪪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41248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por persona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41248" y="17099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propia: oportunai.com.ar/u/nombre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28600" y="2276856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47472" y="2441448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41248" y="2368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Compartible por WhatsApp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41248" y="2660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empleador ve el perfil completo sin instalar nada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28600" y="3227832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47472" y="3392424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🚦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41248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Korai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41248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6 dimensiones de bienestar visible al empleador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28600" y="4178808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47472" y="4343400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4270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integrado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41248" y="45628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directa + descarga disponible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5B3FE0">
              <a:alpha val="18000"/>
            </a:srgbClr>
          </a:solidFill>
          <a:ln w="12700">
            <a:solidFill>
              <a:srgbClr val="5B3FE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 el perfil laboral digital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celular o computadora — sin necesidad de CV previo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1A1840"/>
          </a:solidFill>
          <a:ln w="15240">
            <a:solidFill>
              <a:srgbClr val="5B3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" y="2852928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email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contraseña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41448" y="2487168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87752" y="146304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1A1840"/>
          </a:solidFill>
          <a:ln w="1524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87752" y="2194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60904" y="2852928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bio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60904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487168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72584" y="146304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1A1840"/>
          </a:solidFill>
          <a:ln w="1524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72584" y="2194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45736" y="2852928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45736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seg. desde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487168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57416" y="146304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1A1840"/>
          </a:solidFill>
          <a:ln w="15240">
            <a:solidFill>
              <a:srgbClr val="5B3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6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757416" y="2194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30568" y="2852928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generado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CV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 que humaniza cada candidatura.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se presenta en 30 a 60 segundos.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856232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celular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3042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equipo especial. Con buena luz y sin ruido es suficiente.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1856232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 60 segundos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3042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breve: nombre, área de trabajo, zona, disponibilidad.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15468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273552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3246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en el perfil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37216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empleadores lo ven antes de contactar. Filtra y acelera el proceso.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315468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24912" y="3273552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64408" y="3246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match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24912" y="37216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VideoCV, el 70% de personas con video llegó a entrevista laboral.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502920"/>
            <a:ext cx="3749040" cy="4297680"/>
          </a:xfrm>
          <a:prstGeom prst="roundRect">
            <a:avLst>
              <a:gd name="adj" fmla="val 4390"/>
            </a:avLst>
          </a:prstGeom>
          <a:solidFill>
            <a:srgbClr val="161513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371600"/>
            <a:ext cx="731520" cy="731520"/>
          </a:xfrm>
          <a:prstGeom prst="ellipse">
            <a:avLst/>
          </a:prstGeom>
          <a:solidFill>
            <a:srgbClr val="2A2A6A">
              <a:alpha val="70000"/>
            </a:srgbClr>
          </a:solidFill>
          <a:ln w="12700">
            <a:solidFill>
              <a:srgbClr val="5050AA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57800" y="2331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González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oportunai.com.ar/u/maria-gonzalez/cv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3566160"/>
            <a:ext cx="1371600" cy="292608"/>
          </a:xfrm>
          <a:prstGeom prst="roundRect">
            <a:avLst>
              <a:gd name="adj" fmla="val 21875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566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Descargar CV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05472" y="3566160"/>
            <a:ext cx="1371600" cy="292608"/>
          </a:xfrm>
          <a:prstGeom prst="roundRect">
            <a:avLst>
              <a:gd name="adj" fmla="val 21875"/>
            </a:avLst>
          </a:prstGeom>
          <a:solidFill>
            <a:srgbClr val="2A2926"/>
          </a:solidFill>
          <a:ln w="12700">
            <a:solidFill>
              <a:srgbClr val="5C5A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566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Compartir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 — descargable en un clic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= Applicant Tracking System. El software que usan las empresas para filtrar CVs automáticamente.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4023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64208"/>
            <a:ext cx="4023360" cy="2286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común (Word o papel)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Tablas y columnas que el software no puede leer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palabras clave del sector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Queda fuera del filtro aunque la persona sea ideal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8953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Formato variable según quien lo hizo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481328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481328"/>
            <a:ext cx="4206240" cy="41148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664208"/>
            <a:ext cx="4206240" cy="2286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27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 OportunAI (Apto ATS)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Formato texto plano — el software lo procesa sin errores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Incluye keywords del área laboral automáticamente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32735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Secciones ordenadas: datos, experiencia, habilidades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8953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genera desde el perfil en PDF con un clic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4114800" cy="4114800"/>
          </a:xfrm>
          <a:prstGeom prst="ellipse">
            <a:avLst/>
          </a:prstGeom>
          <a:solidFill>
            <a:srgbClr val="0E9C82">
              <a:alpha val="12000"/>
            </a:srgbClr>
          </a:solidFill>
          <a:ln w="12700">
            <a:solidFill>
              <a:srgbClr val="0E9C8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"/>
            <a:ext cx="1188720" cy="301752"/>
          </a:xfrm>
          <a:prstGeom prst="roundRect">
            <a:avLst>
              <a:gd name="adj" fmla="val 24242"/>
            </a:avLst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laboral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Diagnóstica el contexto de vida de cada persona 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su camino de inserción laboral con IA generativa.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Semáforo de 6 dimensiones: empleo, educación, ingresos, salud, vivienda, 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Orientación personalizada según perfil y zona geográfica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Sugerencias de cursos y talleres de formación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Preparación para entrevistas laborales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Activo por WhatsApp — asistente "Corey"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0789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trabajo de limpieza en Quilmes 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1719072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79222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¡Encontré 8 ofertas en tu zona! ¿Querés que te prepare para la entrevista? Te ayudo con tu presentación también 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8163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y quiero mejorar mi perfil 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338328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4564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Listo. También veo que tu área de Salud está en amarillo — ¿querés hablar de eso? 🚦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 en el centro de inclusión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143000"/>
            <a:ext cx="1051560" cy="105156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🏘️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llegó al centro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143000"/>
            <a:ext cx="1051560" cy="105156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1430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💻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51460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perfil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66360" y="1143000"/>
            <a:ext cx="1051560" cy="105156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1430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🎥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graba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CV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143000"/>
            <a:ext cx="1051560" cy="1051560"/>
          </a:xfrm>
          <a:prstGeom prst="ellipse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1430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📱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1228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 su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listo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8595360" cy="0"/>
          </a:xfrm>
          <a:prstGeom prst="line">
            <a:avLst/>
          </a:prstGeom>
          <a:noFill/>
          <a:ln w="10160">
            <a:solidFill>
              <a:srgbClr val="EEED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la organización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" y="37307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30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digital del avance de cada persona atendida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05079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0507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centralizado de todos los perfiles creados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" y="43708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370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directa con empresas que buscan talento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37307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730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las personas ni para el centro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405079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4050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celular: sin computadora propia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63440" y="43708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compartible por WhatsApp a cualquier empleador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ofertas laborales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"busco trabajo de limpieza en San Isidro"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18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buscador interpreta lenguaje natural — no hace falta conocer palabras técnicas exactas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" y="2194560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121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"Busco trabajo de mozo en zona norte" funciona igual que buscar "camarero".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2194560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67528" y="2121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zona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ciudad o barrio con precisión. "San Isidro" no confunde con "Isidro Casanova".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47288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3611880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3538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propias + externas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publicaciones de OportunAI con otros portales en un solo resultado.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447288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3611880"/>
            <a:ext cx="457200" cy="45720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67528" y="3538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automático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resultados exactos, amplía la búsqueda gradualmente sin mostrar errores.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5B3FE0">
              <a:alpha val="16000"/>
            </a:srgbClr>
          </a:solidFill>
          <a:ln w="12700">
            <a:solidFill>
              <a:srgbClr val="5B3FE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para que cada persona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 mostrar quién es, no solo en papel.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VideoCV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entrevista laboral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87168"/>
            <a:ext cx="2633472" cy="1371600"/>
          </a:xfrm>
          <a:prstGeom prst="roundRect">
            <a:avLst>
              <a:gd name="adj" fmla="val 9333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 bienestar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diagnosticadas por Korai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88720" y="4133088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330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oportunai.com.ar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4133088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1330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hola@oportunai.com.ar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2026-08-25T01:13:06Z</dcterms:created>
  <dcterms:modified xsi:type="dcterms:W3CDTF">2026-08-25T01:13:06Z</dcterms:modified>
</cp:coreProperties>
</file>