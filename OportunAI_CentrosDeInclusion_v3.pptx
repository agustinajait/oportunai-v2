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OportunAI es el spin-off de Tu VideoCV. TuVideoCV logró que +1M personas se audiovisualizaran con 70% de tasa de match a entrevista.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OportunAI no es una bolsa de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Mockup del perfil público compartible. Incluye: nav, header con avatar, badges, semáforo Korai, video player, referencias verificadas, descarga de CV y compartir.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VideoRecorder guía al usuario en 3 secciones con texto_guia. Cada sección tiene un tiempo límite y el usuario puede revisar y regrabar antes de confirmar. Las preguntas típicas: 1) Presentación - quién sos y qué área buscás; 2) Experiencia - trabajos anteriores aunque informales; 3) Por qué me elegís - mensaje al empleador.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3 secciones guiadas del Video CV: Presentación, Experiencia y Por qué me elegís. Cada una tiene un texto guía que aparece en pantalla durante la grabación.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referencias verificadas son validadas por email. Aparecen en el perfil público con badge dorado y mensaje del referente.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talleres y capacitaciones son asignados por el centro. Al completarlos, aparecen en el perfil y habilitan la grabación de un Video CV específico del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CV ATS se genera automáticamente desde el perfil. Incluye la información del taller completado y las referencias verificadas.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Korai: asistente IA de OportunAI. Funciona por WhatsApp (Corey) y en la web. Diagnóstica 6 dimensiones de bienestar.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completo del centro de inclusión: 5 pasos desde que llega la persona hasta que sale con su perfil listo.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C24"/>
          </a:solidFill>
          <a:ln w="12700">
            <a:solidFill>
              <a:srgbClr val="0D0C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5B3FE0">
              <a:alpha val="20000"/>
            </a:srgbClr>
          </a:solidFill>
          <a:ln w="12700">
            <a:solidFill>
              <a:srgbClr val="5B3FE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0E9C82">
              <a:alpha val="12000"/>
            </a:srgbClr>
          </a:solidFill>
          <a:ln w="12700">
            <a:solidFill>
              <a:srgbClr val="0E9C82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94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6692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594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298448"/>
            <a:ext cx="6400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laboral digital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acompañamiento de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inserción laboral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herramienta de identidad digital para organizaciones,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 y centros de inclusión social.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325880" cy="265176"/>
          </a:xfrm>
          <a:prstGeom prst="roundRect">
            <a:avLst>
              <a:gd name="adj" fmla="val 24138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23944"/>
            <a:ext cx="1325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digital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84248" y="4114800"/>
            <a:ext cx="1325880" cy="265176"/>
          </a:xfrm>
          <a:prstGeom prst="roundRect">
            <a:avLst>
              <a:gd name="adj" fmla="val 24138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84248" y="4123944"/>
            <a:ext cx="1325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CV guiado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19856" y="4114800"/>
            <a:ext cx="1325880" cy="265176"/>
          </a:xfrm>
          <a:prstGeom prst="roundRect">
            <a:avLst>
              <a:gd name="adj" fmla="val 24138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4123944"/>
            <a:ext cx="1325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Apto ATS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55464" y="4114800"/>
            <a:ext cx="1325880" cy="265176"/>
          </a:xfrm>
          <a:prstGeom prst="roundRect">
            <a:avLst>
              <a:gd name="adj" fmla="val 24138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5464" y="4123944"/>
            <a:ext cx="1325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verificadas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91072" y="4114800"/>
            <a:ext cx="1325880" cy="265176"/>
          </a:xfrm>
          <a:prstGeom prst="roundRect">
            <a:avLst>
              <a:gd name="adj" fmla="val 24138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4123944"/>
            <a:ext cx="1325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Capacitaciones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26680" y="4114800"/>
            <a:ext cx="1325880" cy="265176"/>
          </a:xfrm>
          <a:prstGeom prst="roundRect">
            <a:avLst>
              <a:gd name="adj" fmla="val 24138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4123944"/>
            <a:ext cx="1325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Korai IA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0" y="393192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1A1840"/>
          </a:solidFill>
          <a:ln w="12700">
            <a:solidFill>
              <a:srgbClr val="7A6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3931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edición de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VideoCV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C24"/>
          </a:solidFill>
          <a:ln w="12700">
            <a:solidFill>
              <a:srgbClr val="0D0C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5B3FE0">
              <a:alpha val="18000"/>
            </a:srgbClr>
          </a:solidFill>
          <a:ln w="12700">
            <a:solidFill>
              <a:srgbClr val="5B3FE0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hasta OportunAI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3566160"/>
          </a:xfrm>
          <a:prstGeom prst="roundRect">
            <a:avLst>
              <a:gd name="adj" fmla="val 3846"/>
            </a:avLst>
          </a:prstGeom>
          <a:solidFill>
            <a:srgbClr val="1A1840"/>
          </a:solidFill>
          <a:ln w="12700">
            <a:solidFill>
              <a:srgbClr val="7A6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6187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VideoCV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— La primera edición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+1.000.000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audiovisualizadas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match a entrevista laboral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· Walmart · Adecco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en la 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NXTP Labs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aceleradora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A6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120640" y="1097280"/>
            <a:ext cx="3566160" cy="3566160"/>
          </a:xfrm>
          <a:prstGeom prst="roundRect">
            <a:avLst>
              <a:gd name="adj" fmla="val 3846"/>
            </a:avLst>
          </a:prstGeom>
          <a:solidFill>
            <a:srgbClr val="5B3FE0"/>
          </a:solidFill>
          <a:ln w="12700">
            <a:solidFill>
              <a:srgbClr val="4A30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26187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03520" y="17099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— La evolución con IA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0" y="21488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Perfil laboral digital con URL propia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25877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Video CV guiado por secciones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302666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CV Apto ATS descargable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346557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Referencias laborales verificadas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39044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Capacitaciones y talleres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43434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Asistente Korai con IA generativa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926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OportunAI?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bolsa de trabajo. Es una herramienta de identidad laboral con acompañamiento de IA.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353312"/>
            <a:ext cx="27432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99616"/>
            <a:ext cx="658368" cy="658368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996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🪪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8328" y="228600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laboral digital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8328" y="2779776"/>
            <a:ext cx="252374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tiene su propia página pública con foto, bio, Video CV, experiencia, habilidades y documentos.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72968" y="1353312"/>
            <a:ext cx="27432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499616"/>
            <a:ext cx="658368" cy="658368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4996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82696" y="228600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con IA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82696" y="2779776"/>
            <a:ext cx="252374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Korai orienta a cada persona según su contexto de vida: empleo, salud, vivienda, ingresos, red social y educación.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17336" y="1353312"/>
            <a:ext cx="27432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1499616"/>
            <a:ext cx="658368" cy="658368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4996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27064" y="228600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con empleadores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27064" y="2779776"/>
            <a:ext cx="252374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es compartible por WhatsApp. Los empleadores reciben un link con toda la información del candidato.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926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laboral digital compartible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real — oportunai.com.ar/u/maria-gonzalez/cv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85232" y="164592"/>
            <a:ext cx="3584448" cy="4818888"/>
          </a:xfrm>
          <a:prstGeom prst="roundRect">
            <a:avLst>
              <a:gd name="adj" fmla="val 5612"/>
            </a:avLst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67528" y="246888"/>
            <a:ext cx="3419856" cy="4654296"/>
          </a:xfrm>
          <a:prstGeom prst="roundRect">
            <a:avLst>
              <a:gd name="adj" fmla="val 4278"/>
            </a:avLst>
          </a:prstGeom>
          <a:solidFill>
            <a:srgbClr val="F8F7F4"/>
          </a:solidFill>
          <a:ln w="6350">
            <a:solidFill>
              <a:srgbClr val="EEED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67528" y="246888"/>
            <a:ext cx="3419856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EED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31089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68112" y="292608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96712" y="3200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54112" y="320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404104" y="676656"/>
            <a:ext cx="3346704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EED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32120" y="859536"/>
            <a:ext cx="621792" cy="621792"/>
          </a:xfrm>
          <a:prstGeom prst="ellipse">
            <a:avLst/>
          </a:prstGeom>
          <a:solidFill>
            <a:srgbClr val="5B3FE0"/>
          </a:solidFill>
          <a:ln w="12700">
            <a:solidFill>
              <a:srgbClr val="4A3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85953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45352" y="8046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González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5352" y="113385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133856"/>
            <a:ext cx="640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Video CV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6912864" y="1133856"/>
            <a:ext cx="768096" cy="173736"/>
          </a:xfrm>
          <a:prstGeom prst="roundRect">
            <a:avLst>
              <a:gd name="adj" fmla="val 2105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12864" y="1133856"/>
            <a:ext cx="7680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A3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Nativo digital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6245352" y="1344168"/>
            <a:ext cx="713232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1344168"/>
            <a:ext cx="7132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2 referencias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5495544" y="1591056"/>
            <a:ext cx="3163824" cy="0"/>
          </a:xfrm>
          <a:prstGeom prst="line">
            <a:avLst/>
          </a:prstGeom>
          <a:noFill/>
          <a:ln w="6350">
            <a:solidFill>
              <a:srgbClr val="EEED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95544" y="1664208"/>
            <a:ext cx="3163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Busco trabajo de limpieza en zona norte. Tengo experiencia en hotelería.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404104" y="2103120"/>
            <a:ext cx="3346704" cy="914400"/>
          </a:xfrm>
          <a:prstGeom prst="roundRect">
            <a:avLst>
              <a:gd name="adj" fmla="val 9000"/>
            </a:avLst>
          </a:prstGeom>
          <a:solidFill>
            <a:srgbClr val="FFFBF3"/>
          </a:solidFill>
          <a:ln w="9525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95544" y="216712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🚦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51576" y="21671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vida — Korai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751576" y="237744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bienestar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495544" y="2633472"/>
            <a:ext cx="475488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0" y="26791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2798064"/>
            <a:ext cx="4754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6044184" y="2633472"/>
            <a:ext cx="475488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267919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44184" y="2798064"/>
            <a:ext cx="4754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6592824" y="2633472"/>
            <a:ext cx="475488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26791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92824" y="2798064"/>
            <a:ext cx="4754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7141464" y="2633472"/>
            <a:ext cx="475488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0" y="26791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41464" y="2798064"/>
            <a:ext cx="4754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7690104" y="2633472"/>
            <a:ext cx="475488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0" y="267919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90104" y="2798064"/>
            <a:ext cx="4754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8238744" y="2633472"/>
            <a:ext cx="475488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12480" y="267919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38744" y="2798064"/>
            <a:ext cx="4754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5404104" y="3090672"/>
            <a:ext cx="3346704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EED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95544" y="3163824"/>
            <a:ext cx="3163824" cy="384048"/>
          </a:xfrm>
          <a:prstGeom prst="roundRect">
            <a:avLst>
              <a:gd name="adj" fmla="val 14286"/>
            </a:avLst>
          </a:prstGeom>
          <a:solidFill>
            <a:srgbClr val="161513"/>
          </a:solidFill>
          <a:ln w="12700">
            <a:solidFill>
              <a:srgbClr val="2A29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95544" y="3163824"/>
            <a:ext cx="3163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495544" y="3593592"/>
            <a:ext cx="1097280" cy="155448"/>
          </a:xfrm>
          <a:prstGeom prst="roundRect">
            <a:avLst>
              <a:gd name="adj" fmla="val 29412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95544" y="3593592"/>
            <a:ext cx="10972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Descargar CV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6665976" y="3593592"/>
            <a:ext cx="1005840" cy="155448"/>
          </a:xfrm>
          <a:prstGeom prst="roundRect">
            <a:avLst>
              <a:gd name="adj" fmla="val 29412"/>
            </a:avLst>
          </a:prstGeom>
          <a:solidFill>
            <a:srgbClr val="EEEDEA"/>
          </a:solidFill>
          <a:ln w="12700">
            <a:solidFill>
              <a:srgbClr val="EEED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65976" y="3593592"/>
            <a:ext cx="1005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Compartir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5404104" y="3849624"/>
            <a:ext cx="3346704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EED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95544" y="392277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95544" y="39227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🏢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879592" y="39319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879592" y="414223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Lucía Torres · Supervisora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7781544" y="3959352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81544" y="39593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495544" y="4325112"/>
            <a:ext cx="31638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 muy responsable y puntual"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201168" y="1234440"/>
            <a:ext cx="47091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20040" y="1408176"/>
            <a:ext cx="411480" cy="41148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14081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🪪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804672" y="1325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propia para cada persona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04672" y="163677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oportunai.com.ar/u/nombre · compartible por WhatsApp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01168" y="2194560"/>
            <a:ext cx="47091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20040" y="2368296"/>
            <a:ext cx="411480" cy="41148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23682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🚦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804672" y="2286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Korai visible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804672" y="259689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6 dimensiones de bienestar laboral y social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01168" y="3154680"/>
            <a:ext cx="47091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20040" y="3328416"/>
            <a:ext cx="411480" cy="41148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0040" y="33284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804672" y="3246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laborales verificadas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804672" y="35570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dorado con empresa, nombre del referente y mensaje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201168" y="4114800"/>
            <a:ext cx="47091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20040" y="4288536"/>
            <a:ext cx="411480" cy="41148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0040" y="42885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▶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804672" y="4206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CV integrado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804672" y="451713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Reproducción directa + descarga de CV ATS con un clic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926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producto guía la grabación del Video CV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divide el video en secciones con preguntas guía. Cada sección se puede rever y regrabar.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298448"/>
            <a:ext cx="1572768" cy="3090672"/>
          </a:xfrm>
          <a:prstGeom prst="roundRect">
            <a:avLst>
              <a:gd name="adj" fmla="val 8140"/>
            </a:avLst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353312"/>
            <a:ext cx="1463040" cy="2971800"/>
          </a:xfrm>
          <a:prstGeom prst="roundRect">
            <a:avLst>
              <a:gd name="adj" fmla="val 6875"/>
            </a:avLst>
          </a:prstGeom>
          <a:solidFill>
            <a:srgbClr val="0D0C24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444752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CV · 3 secciones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" y="1627632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 para grabar?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" y="187452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Presentación          30s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" y="202996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Experiencia            30s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2608" y="2185416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Por qué me elegís  20s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2608" y="23774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cada sección podés ver y regrabar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38328" y="3749040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3749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Comenzar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49808" y="1133856"/>
            <a:ext cx="457200" cy="201168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11338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41148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previa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56816" y="1298448"/>
            <a:ext cx="1572768" cy="3090672"/>
          </a:xfrm>
          <a:prstGeom prst="roundRect">
            <a:avLst>
              <a:gd name="adj" fmla="val 8140"/>
            </a:avLst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1353312"/>
            <a:ext cx="1463040" cy="2971800"/>
          </a:xfrm>
          <a:prstGeom prst="roundRect">
            <a:avLst>
              <a:gd name="adj" fmla="val 6875"/>
            </a:avLst>
          </a:prstGeom>
          <a:solidFill>
            <a:srgbClr val="0D0C24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8256" y="1444752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5C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/ 3 · Presentación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048256" y="1627632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"Decí tu nombre y en qué área querés trabajar"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29968" y="196596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24" name="Shape 22"/>
          <p:cNvSpPr/>
          <p:nvPr/>
        </p:nvSpPr>
        <p:spPr>
          <a:xfrm>
            <a:off x="2505456" y="1133856"/>
            <a:ext cx="457200" cy="201168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05456" y="11338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56816" y="41148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regresiva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12464" y="1298448"/>
            <a:ext cx="1572768" cy="3090672"/>
          </a:xfrm>
          <a:prstGeom prst="roundRect">
            <a:avLst>
              <a:gd name="adj" fmla="val 8140"/>
            </a:avLst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67328" y="1353312"/>
            <a:ext cx="1463040" cy="2971800"/>
          </a:xfrm>
          <a:prstGeom prst="roundRect">
            <a:avLst>
              <a:gd name="adj" fmla="val 6875"/>
            </a:avLst>
          </a:prstGeom>
          <a:solidFill>
            <a:srgbClr val="0D0C24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03904" y="1444752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B8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 · Presentación        ⏱ 28s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803904" y="164592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"Decí tu nombre y en qué área querés trabajar"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03904" y="19202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██████████████░░░░░░  ●REC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849624" y="3749040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1A1A4A"/>
          </a:solidFill>
          <a:ln w="12700">
            <a:solidFill>
              <a:srgbClr val="1A1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9624" y="3749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Terminar sección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261104" y="1133856"/>
            <a:ext cx="457200" cy="201168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61104" y="11338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12464" y="41148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Grabando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68112" y="1298448"/>
            <a:ext cx="1572768" cy="3090672"/>
          </a:xfrm>
          <a:prstGeom prst="roundRect">
            <a:avLst>
              <a:gd name="adj" fmla="val 8140"/>
            </a:avLst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22976" y="1353312"/>
            <a:ext cx="1463040" cy="2971800"/>
          </a:xfrm>
          <a:prstGeom prst="roundRect">
            <a:avLst>
              <a:gd name="adj" fmla="val 6875"/>
            </a:avLst>
          </a:prstGeom>
          <a:solidFill>
            <a:srgbClr val="0D0C24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141732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/ 3 · Presentación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59552" y="160020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te fue? Mirá el video y decidí.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41264" y="187452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(tu grabación)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541264" y="3703320"/>
            <a:ext cx="603504" cy="228600"/>
          </a:xfrm>
          <a:prstGeom prst="roundRect">
            <a:avLst>
              <a:gd name="adj" fmla="val 24000"/>
            </a:avLst>
          </a:prstGeom>
          <a:solidFill>
            <a:srgbClr val="2A2A4A"/>
          </a:solidFill>
          <a:ln w="12700">
            <a:solidFill>
              <a:srgbClr val="4040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41264" y="3703320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Regrabar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181344" y="3703320"/>
            <a:ext cx="731520" cy="228600"/>
          </a:xfrm>
          <a:prstGeom prst="roundRect">
            <a:avLst>
              <a:gd name="adj" fmla="val 24000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81344" y="3703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→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016752" y="1133856"/>
            <a:ext cx="457200" cy="201168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16752" y="11338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68112" y="41148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 y decidir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223760" y="1298448"/>
            <a:ext cx="1572768" cy="3090672"/>
          </a:xfrm>
          <a:prstGeom prst="roundRect">
            <a:avLst>
              <a:gd name="adj" fmla="val 8140"/>
            </a:avLst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78624" y="1353312"/>
            <a:ext cx="1463040" cy="2971800"/>
          </a:xfrm>
          <a:prstGeom prst="roundRect">
            <a:avLst>
              <a:gd name="adj" fmla="val 6875"/>
            </a:avLst>
          </a:prstGeom>
          <a:solidFill>
            <a:srgbClr val="0D0C24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96912" y="153619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7315200" y="193852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¡Video CV listo!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315200" y="21488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video fue guardado y publicado en tu perfil.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360920" y="3749040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60920" y="3749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mi perfil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772400" y="1133856"/>
            <a:ext cx="457200" cy="201168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0" y="11338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223760" y="41148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listo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887968" y="1298448"/>
            <a:ext cx="45720" cy="0"/>
          </a:xfrm>
          <a:prstGeom prst="roundRect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C24"/>
          </a:solidFill>
          <a:ln w="12700">
            <a:solidFill>
              <a:srgbClr val="0D0C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5B3FE0">
              <a:alpha val="15000"/>
            </a:srgbClr>
          </a:solidFill>
          <a:ln w="12700">
            <a:solidFill>
              <a:srgbClr val="5B3FE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E9C82">
              <a:alpha val="10000"/>
            </a:srgbClr>
          </a:solidFill>
          <a:ln w="12700">
            <a:solidFill>
              <a:srgbClr val="0E9C82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secciones guiadas del Video CV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muestra el texto guía en pantalla durante la grabación — la persona solo tiene que hablar.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97480" cy="3383280"/>
          </a:xfrm>
          <a:prstGeom prst="roundRect">
            <a:avLst>
              <a:gd name="adj" fmla="val 5085"/>
            </a:avLst>
          </a:prstGeom>
          <a:solidFill>
            <a:srgbClr val="1A1840"/>
          </a:solidFill>
          <a:ln w="15240">
            <a:solidFill>
              <a:srgbClr val="5B3F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17320"/>
            <a:ext cx="2697480" cy="621792"/>
          </a:xfrm>
          <a:prstGeom prst="roundRect">
            <a:avLst>
              <a:gd name="adj" fmla="val 22059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719072"/>
            <a:ext cx="2697480" cy="320040"/>
          </a:xfrm>
          <a:prstGeom prst="rect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447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1208" y="1664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 ·  30 seg.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76272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0D0C24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249424"/>
            <a:ext cx="22860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"Decí tu nombre, tu edad y en qué zona de la ciudad vivís"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1208" y="3611880"/>
            <a:ext cx="2468880" cy="0"/>
          </a:xfrm>
          <a:prstGeom prst="line">
            <a:avLst/>
          </a:prstGeom>
          <a:noFill/>
          <a:ln w="12700">
            <a:solidFill>
              <a:srgbClr val="2A2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67588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El empleador recuerda la cara y el nombre. Simple y directo.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10128" y="1417320"/>
            <a:ext cx="2697480" cy="3383280"/>
          </a:xfrm>
          <a:prstGeom prst="roundRect">
            <a:avLst>
              <a:gd name="adj" fmla="val 5085"/>
            </a:avLst>
          </a:prstGeom>
          <a:solidFill>
            <a:srgbClr val="1A1840"/>
          </a:solidFill>
          <a:ln w="15240">
            <a:solidFill>
              <a:srgbClr val="1E1B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0128" y="1417320"/>
            <a:ext cx="2697480" cy="621792"/>
          </a:xfrm>
          <a:prstGeom prst="roundRect">
            <a:avLst>
              <a:gd name="adj" fmla="val 22059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0128" y="1719072"/>
            <a:ext cx="2697480" cy="3200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9856" y="14447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19856" y="1664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 ·  30 seg.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47288" y="2176272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0D0C24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11296" y="2249424"/>
            <a:ext cx="22860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"Contá en qué trabajaste antes, aunque sea informal. Si no tenés experiencia, contá lo que sabés hacer"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19856" y="3611880"/>
            <a:ext cx="2468880" cy="0"/>
          </a:xfrm>
          <a:prstGeom prst="line">
            <a:avLst/>
          </a:prstGeom>
          <a:noFill/>
          <a:ln w="12700">
            <a:solidFill>
              <a:srgbClr val="2A2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367588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Cualquier experiencia cuenta: cuidado de personas, gastronomía, limpieza, changas.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08776" y="1417320"/>
            <a:ext cx="2697480" cy="3383280"/>
          </a:xfrm>
          <a:prstGeom prst="roundRect">
            <a:avLst>
              <a:gd name="adj" fmla="val 5085"/>
            </a:avLst>
          </a:prstGeom>
          <a:solidFill>
            <a:srgbClr val="1A1840"/>
          </a:solidFill>
          <a:ln w="15240">
            <a:solidFill>
              <a:srgbClr val="0E9C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8776" y="1417320"/>
            <a:ext cx="2697480" cy="621792"/>
          </a:xfrm>
          <a:prstGeom prst="roundRect">
            <a:avLst>
              <a:gd name="adj" fmla="val 22059"/>
            </a:avLst>
          </a:prstGeom>
          <a:solidFill>
            <a:srgbClr val="0E9C82"/>
          </a:solidFill>
          <a:ln w="12700">
            <a:solidFill>
              <a:srgbClr val="0E9C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08776" y="1719072"/>
            <a:ext cx="2697480" cy="320040"/>
          </a:xfrm>
          <a:prstGeom prst="rect">
            <a:avLst/>
          </a:prstGeom>
          <a:solidFill>
            <a:srgbClr val="0E9C82"/>
          </a:solidFill>
          <a:ln w="12700">
            <a:solidFill>
              <a:srgbClr val="0E9C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14447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18504" y="1664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me elegís  ·  20 seg.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45936" y="2176272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0D0C24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9944" y="2249424"/>
            <a:ext cx="22860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"Decile al empleador por qué debería llamarte a vos. ¿Qué te hace diferente?"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18504" y="3611880"/>
            <a:ext cx="2468880" cy="0"/>
          </a:xfrm>
          <a:prstGeom prst="line">
            <a:avLst/>
          </a:prstGeom>
          <a:noFill/>
          <a:ln w="12700">
            <a:solidFill>
              <a:srgbClr val="2A2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18504" y="367588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El cierre que convierte al candidato en alguien memorable.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926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laborales verificadas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empleador anterior confirma la experiencia de la persona — aparece en su perfil público con badge "Verificado".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41832" y="1426464"/>
            <a:ext cx="50292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" y="202082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carga el nombre de la empresa y del referente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40280" y="1773936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32304" y="1298448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18104" y="1426464"/>
            <a:ext cx="50292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18104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23744" y="202082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envía un email de validación al referente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16552" y="1773936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08576" y="1298448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94376" y="1426464"/>
            <a:ext cx="50292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94376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00016" y="202082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referente confirma y puede agregar un mensaje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92824" y="1773936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84848" y="1298448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70648" y="1426464"/>
            <a:ext cx="50292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0648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76288" y="202082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referencia aparece en el perfil con badge "Verificado"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" y="2697480"/>
            <a:ext cx="8641080" cy="0"/>
          </a:xfrm>
          <a:prstGeom prst="line">
            <a:avLst/>
          </a:prstGeom>
          <a:noFill/>
          <a:ln w="10160">
            <a:solidFill>
              <a:srgbClr val="EEED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2816352"/>
            <a:ext cx="8641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ve en el perfil público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56032" y="3246120"/>
            <a:ext cx="41148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4904" y="33649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33649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363931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Lucía Torres · Supervisora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384048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l.torres@mc.com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76472" y="3364992"/>
            <a:ext cx="502920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76472" y="336499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74904" y="4059936"/>
            <a:ext cx="3877056" cy="0"/>
          </a:xfrm>
          <a:prstGeom prst="line">
            <a:avLst/>
          </a:prstGeom>
          <a:noFill/>
          <a:ln w="6350">
            <a:solidFill>
              <a:srgbClr val="EEED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" y="4133088"/>
            <a:ext cx="3877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 muy responsable, puntual y tiene buena actitud con los clientes."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246120"/>
            <a:ext cx="41148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82312" y="33649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82312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🏢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30368" y="33649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Supermercados DIA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30368" y="363931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Méndez · Encargado de depósito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30368" y="384048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cmendez@dia.com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183880" y="3364992"/>
            <a:ext cx="502920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83880" y="336499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82312" y="4059936"/>
            <a:ext cx="3877056" cy="0"/>
          </a:xfrm>
          <a:prstGeom prst="line">
            <a:avLst/>
          </a:prstGeom>
          <a:noFill/>
          <a:ln w="6350">
            <a:solidFill>
              <a:srgbClr val="EEED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82312" y="4133088"/>
            <a:ext cx="3877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"Excelente trabajadora, ordenada y proactiva."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C82"/>
          </a:solidFill>
          <a:ln w="12700">
            <a:solidFill>
              <a:srgbClr val="0E9C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926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Capacitaciones y talleres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centros asignan talleres a las personas. Al completarlos, desbloquean habilidades en su perfil y pueden grabar videos específicos.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298448"/>
            <a:ext cx="27432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26464"/>
            <a:ext cx="658368" cy="658368"/>
          </a:xfrm>
          <a:prstGeom prst="ellipse">
            <a:avLst/>
          </a:prstGeom>
          <a:solidFill>
            <a:srgbClr val="C0F4E8"/>
          </a:solidFill>
          <a:ln w="12700">
            <a:solidFill>
              <a:srgbClr val="C0F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2646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8328" y="221284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centro asigna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2715768"/>
            <a:ext cx="91440" cy="91440"/>
          </a:xfrm>
          <a:prstGeom prst="ellipse">
            <a:avLst/>
          </a:prstGeom>
          <a:solidFill>
            <a:srgbClr val="0E9C82"/>
          </a:solidFill>
          <a:ln w="12700">
            <a:solidFill>
              <a:srgbClr val="0E9C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7004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selecciona el taller adecuado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0E9C82"/>
          </a:solidFill>
          <a:ln w="12700">
            <a:solidFill>
              <a:srgbClr val="0E9C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36976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asigna digitalmente al perfil de la persona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849624"/>
            <a:ext cx="91440" cy="91440"/>
          </a:xfrm>
          <a:prstGeom prst="ellipse">
            <a:avLst/>
          </a:prstGeom>
          <a:solidFill>
            <a:srgbClr val="0E9C82"/>
          </a:solidFill>
          <a:ln w="12700">
            <a:solidFill>
              <a:srgbClr val="0E9C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803904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lo ve en su dashboard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72968" y="1298448"/>
            <a:ext cx="27432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10128" y="1426464"/>
            <a:ext cx="658368" cy="658368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42646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82696" y="221284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aprende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310128" y="2715768"/>
            <a:ext cx="91440" cy="91440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47288" y="267004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los módulos en video desde el celular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10128" y="3282696"/>
            <a:ext cx="91440" cy="91440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7288" y="3236976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 a su ritmo, sin horario fijo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10128" y="3849624"/>
            <a:ext cx="91440" cy="91440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7288" y="3803904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pausar y retomar cuando quiere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17336" y="1298448"/>
            <a:ext cx="27432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54496" y="1426464"/>
            <a:ext cx="658368" cy="65836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142646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27064" y="221284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 y suma al perfil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254496" y="271576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91656" y="267004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completar, aparece el taller en su perfil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54496" y="328269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91656" y="3236976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grabar un Video CV específico del taller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54496" y="384962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91656" y="3803904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habilidades se suman al CV Apto ATS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926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Apto ATS — descargable en un clic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= Applicant Tracking System. El software que usan las empresas para filtrar CVs antes de que lleguen a una persona.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4133088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25880"/>
            <a:ext cx="4133088" cy="411480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499616"/>
            <a:ext cx="4133088" cy="23774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53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CV común (Word o papel)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88366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Tablas y columnas que el software no puede leer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56946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palabras clave del área laboral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325526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Queda descartado automáticamente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394106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Formato variable e impredecible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73168" y="1325880"/>
            <a:ext cx="4133088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6EE7B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73168" y="1325880"/>
            <a:ext cx="4133088" cy="411480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1499616"/>
            <a:ext cx="4133088" cy="237744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353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CV OportunAI (Apto ATS)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0328" y="188366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Texto plano — el software lo procesa sin errores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0328" y="256946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Incluye keywords del área laboral automáticamente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10328" y="325526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Secciones ordenadas: datos, experiencia, habilidades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10328" y="394106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Capacitaciones y talleres completados incluidos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C24"/>
          </a:solidFill>
          <a:ln w="12700">
            <a:solidFill>
              <a:srgbClr val="0D0C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5029200" cy="50292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0"/>
            <a:ext cx="4114800" cy="4114800"/>
          </a:xfrm>
          <a:prstGeom prst="ellipse">
            <a:avLst/>
          </a:prstGeom>
          <a:solidFill>
            <a:srgbClr val="0E9C82">
              <a:alpha val="12000"/>
            </a:srgbClr>
          </a:solidFill>
          <a:ln w="12700">
            <a:solidFill>
              <a:srgbClr val="0E9C82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84048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0E9C82"/>
          </a:solidFill>
          <a:ln w="12700">
            <a:solidFill>
              <a:srgbClr val="0E9C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404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KORAI 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asistente de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laboral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Diagnóstica el contexto de vida de cada persona y orienta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camino de inserción laboral con IA generativa.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163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Semáforo de 6 dimensiones: empleo, educación, ingresos, salud, vivienda, 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186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Orientación personalizada según perfil y zona geográfica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2102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Sugerencias de capacitaciones y talleres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Preparación para entrevistas laborales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42569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Disponible por WhatsApp como "Corey"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1005840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1A1840"/>
          </a:solidFill>
          <a:ln w="12700">
            <a:solidFill>
              <a:srgbClr val="1A18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07899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Busco trabajo de limpieza en Quilmes 🙋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77840" y="1719072"/>
            <a:ext cx="3017520" cy="868680"/>
          </a:xfrm>
          <a:prstGeom prst="roundRect">
            <a:avLst>
              <a:gd name="adj" fmla="val 10526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792224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Encontré 8 ofertas en tu zona. ¿Querés que te prepare para la entrevista? 🤖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77840" y="274320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1A1840"/>
          </a:solidFill>
          <a:ln w="12700">
            <a:solidFill>
              <a:srgbClr val="1A1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8163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y quiero mejorar mi CV 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3383280"/>
            <a:ext cx="3017520" cy="685800"/>
          </a:xfrm>
          <a:prstGeom prst="roundRect">
            <a:avLst>
              <a:gd name="adj" fmla="val 13333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345643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Listo. También veo que Salud está en rojo 🚦 ¿hablamos de eso?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926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 en el centro de inclusión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58952" y="1024128"/>
            <a:ext cx="868680" cy="868680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0241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🏘️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1752" y="19933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llegó al centro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20240" y="13716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96312" y="1024128"/>
            <a:ext cx="868680" cy="86868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0241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39112" y="19933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Crean el perfil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0" y="13716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33672" y="1024128"/>
            <a:ext cx="868680" cy="868680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3672" y="10241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76472" y="19933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Graban el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CV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94960" y="13716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71032" y="1024128"/>
            <a:ext cx="868680" cy="868680"/>
          </a:xfrm>
          <a:prstGeom prst="ellipse">
            <a:avLst/>
          </a:prstGeom>
          <a:solidFill>
            <a:srgbClr val="0E9C82"/>
          </a:solidFill>
          <a:ln w="12700">
            <a:solidFill>
              <a:srgbClr val="0E9C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71032" y="10241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13832" y="19933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Asignan una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32320" y="13716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08392" y="1024128"/>
            <a:ext cx="868680" cy="8686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08392" y="10241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51192" y="19933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con perfil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listo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2697480"/>
            <a:ext cx="8641080" cy="0"/>
          </a:xfrm>
          <a:prstGeom prst="line">
            <a:avLst/>
          </a:prstGeom>
          <a:noFill/>
          <a:ln w="10160">
            <a:solidFill>
              <a:srgbClr val="EEED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281635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gana la organización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6032" y="32918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📊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32918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digital del avance de cada persona atendida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56032" y="36118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6118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centralizado de todos los perfiles creados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56032" y="393192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🤝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9319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directa con empresas de la zona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0" y="32918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19472" y="32918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para las personas ni para el centro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0" y="36118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📲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19472" y="36118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desde celular — sin computadora propia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0" y="393192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📩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19472" y="39319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compartible por WhatsApp a cualquier empleador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C24"/>
          </a:solidFill>
          <a:ln w="12700">
            <a:solidFill>
              <a:srgbClr val="0D0C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5B3FE0">
              <a:alpha val="16000"/>
            </a:srgbClr>
          </a:solidFill>
          <a:ln w="12700">
            <a:solidFill>
              <a:srgbClr val="5B3FE0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2926080"/>
            <a:ext cx="4572000" cy="45720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7548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548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herramienta para que cada persona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pueda mostrar quién es, no solo en papel.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2633472" cy="1371600"/>
          </a:xfrm>
          <a:prstGeom prst="roundRect">
            <a:avLst>
              <a:gd name="adj" fmla="val 9333"/>
            </a:avLst>
          </a:prstGeom>
          <a:solidFill>
            <a:srgbClr val="1A184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1460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B8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audiovisualizadas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Tu VideoCV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2487168"/>
            <a:ext cx="2633472" cy="1371600"/>
          </a:xfrm>
          <a:prstGeom prst="roundRect">
            <a:avLst>
              <a:gd name="adj" fmla="val 9333"/>
            </a:avLst>
          </a:prstGeom>
          <a:solidFill>
            <a:srgbClr val="1A184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51460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B8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429000" y="320040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match a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laboral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487168"/>
            <a:ext cx="2633472" cy="1371600"/>
          </a:xfrm>
          <a:prstGeom prst="roundRect">
            <a:avLst>
              <a:gd name="adj" fmla="val 9333"/>
            </a:avLst>
          </a:prstGeom>
          <a:solidFill>
            <a:srgbClr val="1A184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51460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B8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de bienestar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diagnóstico Korai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88720" y="4160520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1605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oportunai.com.ar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0" y="4160520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1A1840"/>
          </a:solidFill>
          <a:ln w="12700">
            <a:solidFill>
              <a:srgbClr val="7A6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41605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8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hola@oportunai.com.ar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2026-08-25T01:29:46Z</dcterms:created>
  <dcterms:modified xsi:type="dcterms:W3CDTF">2026-08-25T01:29:46Z</dcterms:modified>
</cp:coreProperties>
</file>