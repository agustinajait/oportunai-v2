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OportunAI: herramienta de perfil laboral digital y acompañamiento de inserción laboral. Spin-off de Tu VideoCV.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TuVideoCV logró que +1M personas se audiovisualizaran con 70% de match a entrevista. OportunAI es su evolución con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insertar personas en el circuito laboral digital. Un coach del equipo OportunAI acompaña cada paso junto al equipo del centro: perfil, Video CV, referencias y compartir.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Ventajas del Video CV adaptadas de Tu VideoCV: alcance, agilidad, empatía e impacto superior al CV en papel.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Mockup fiel del perfil público compartible: nav, header con avatar y badges, semáforo Korai, video CV, referencia verificada, descarga y compartir.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pantallas reales del VideoRecorder: vista previa con lista de secciones, cuenta regresiva con texto guía, grabando con timer, rever y regrabar, y confirmación final. Un coach del equipo OportunAI está presente durante toda la sesión de grabación.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funcionalidades clave: referencias verificadas, capacitaciones y CV Apto 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+1M personas audiovisualizadas. 70% match. 90 segundos de video &gt; CV en papel.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C24"/>
          </a:solidFill>
          <a:ln w="12700">
            <a:solidFill>
              <a:srgbClr val="0D0C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371600"/>
            <a:ext cx="5943600" cy="5943600"/>
          </a:xfrm>
          <a:prstGeom prst="ellipse">
            <a:avLst/>
          </a:prstGeom>
          <a:solidFill>
            <a:srgbClr val="5B3FE0">
              <a:alpha val="18000"/>
            </a:srgbClr>
          </a:solidFill>
          <a:ln w="12700">
            <a:solidFill>
              <a:srgbClr val="5B3FE0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2926080"/>
            <a:ext cx="4572000" cy="4572000"/>
          </a:xfrm>
          <a:prstGeom prst="ellipse">
            <a:avLst/>
          </a:prstGeom>
          <a:solidFill>
            <a:srgbClr val="0E9C82">
              <a:alpha val="10000"/>
            </a:srgbClr>
          </a:solidFill>
          <a:ln w="12700">
            <a:solidFill>
              <a:srgbClr val="0E9C82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6692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39496"/>
            <a:ext cx="512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59436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394960" y="621792"/>
            <a:ext cx="1508760" cy="292608"/>
          </a:xfrm>
          <a:prstGeom prst="roundRect">
            <a:avLst>
              <a:gd name="adj" fmla="val 21875"/>
            </a:avLst>
          </a:prstGeom>
          <a:solidFill>
            <a:srgbClr val="1A1840"/>
          </a:solidFill>
          <a:ln w="10160">
            <a:solidFill>
              <a:srgbClr val="7A6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62179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spin-off de Tu VideoCV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123444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laboral digital</a:t>
            </a:r>
            <a:endParaRPr lang="en-US" sz="4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acompañamiento de</a:t>
            </a:r>
            <a:endParaRPr lang="en-US" sz="4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inserción laboral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digital para centros de inclusión social,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 y organizaciones que acompañan personas en búsqueda laboral.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51376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6052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digital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84248" y="4151376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84248" y="416052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CV guiado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19856" y="4151376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9856" y="416052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Apto ATS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55464" y="4151376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416052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verificadas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91072" y="4151376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416052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Capacitaciones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26680" y="4151376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416052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Korai 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C24"/>
          </a:solidFill>
          <a:ln w="12700">
            <a:solidFill>
              <a:srgbClr val="0D0C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5B3FE0">
              <a:alpha val="15000"/>
            </a:srgbClr>
          </a:solidFill>
          <a:ln w="12700">
            <a:solidFill>
              <a:srgbClr val="5B3FE0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hasta OportunAI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77640" cy="3611880"/>
          </a:xfrm>
          <a:prstGeom prst="roundRect">
            <a:avLst>
              <a:gd name="adj" fmla="val 3544"/>
            </a:avLst>
          </a:prstGeom>
          <a:solidFill>
            <a:srgbClr val="1A1840"/>
          </a:solidFill>
          <a:ln w="12700">
            <a:solidFill>
              <a:srgbClr val="7A6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161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VideoCV  ·  2016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093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edición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+1.000.000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audiovisualizadas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9535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match a entrevista laboral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2735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· Walmart · Adecco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57530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en la 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8953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NXTP Labs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1970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aceleradora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44568" y="2542032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B8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120640" y="1051560"/>
            <a:ext cx="3566160" cy="3611880"/>
          </a:xfrm>
          <a:prstGeom prst="roundRect">
            <a:avLst>
              <a:gd name="adj" fmla="val 3590"/>
            </a:avLst>
          </a:prstGeom>
          <a:solidFill>
            <a:srgbClr val="5B3FE0"/>
          </a:solidFill>
          <a:ln w="12700">
            <a:solidFill>
              <a:srgbClr val="4A30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12161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  ·  2024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85232" y="16093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evolución con IA generativa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85232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Perfil laboral digital con URL propia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85232" y="24963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Video CV guiado por secciones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85232" y="29352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CV Apto ATS descargable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85232" y="33741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Referencias laborales verificadas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85232" y="38130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Capacitaciones y talleres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85232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Asistente Korai con IA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926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y modo de acción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51960" cy="1508760"/>
          </a:xfrm>
          <a:prstGeom prst="roundRect">
            <a:avLst>
              <a:gd name="adj" fmla="val 8485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15568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4630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personas en situación de vulnerabilidad al circuito laboral de la era digital y vincularlas con futuros empleadores.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28600" y="2697480"/>
            <a:ext cx="425196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281635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 acción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3200400"/>
            <a:ext cx="3913632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coach del equipo OportunAI acompaña cada paso junto al equipo del centro: crear el perfil, grabar el Video CV, cargar referencias y compartir. Transforma a cada persona en un usuario con su perfil laboral digital completo — una carta de presentación audiovisual que la aproxima a su ecosistema laboral.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36592" y="10058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en el centro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36592" y="1444752"/>
            <a:ext cx="4160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600200"/>
            <a:ext cx="438912" cy="438912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00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58384" y="151790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Crean el perfil juntos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58384" y="1828800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foto, bio y área laboral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36592" y="2359152"/>
            <a:ext cx="4160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514600"/>
            <a:ext cx="438912" cy="438912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514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58384" y="243230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Graban el Video CV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58384" y="2743200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secciones guiadas, 90 segundos totales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36592" y="3273552"/>
            <a:ext cx="4160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429000"/>
            <a:ext cx="438912" cy="438912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4290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58384" y="334670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Cargan referencias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358384" y="3657600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y referente verificados por email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36592" y="4187952"/>
            <a:ext cx="4160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4343400"/>
            <a:ext cx="438912" cy="438912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4343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58384" y="426110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Comparten el perfil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358384" y="4572000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por WhatsApp al empleador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C82"/>
          </a:solidFill>
          <a:ln w="12700">
            <a:solidFill>
              <a:srgbClr val="0E9C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926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Video CV cambia las reglas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90 segundos una persona puede generar más impacto y confianza que una referencia escrita en papel.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298448"/>
            <a:ext cx="4206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35608"/>
            <a:ext cx="566928" cy="566928"/>
          </a:xfrm>
          <a:prstGeom prst="ellipse">
            <a:avLst/>
          </a:prstGeom>
          <a:solidFill>
            <a:srgbClr val="C0F4E8"/>
          </a:solidFill>
          <a:ln w="12700">
            <a:solidFill>
              <a:srgbClr val="C0F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35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24128" y="138988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inmediato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se comparte por WhatsApp, redes sociales y plataformas de empleo con un solo link. Conecta con más oportunidades sin intermediarios.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90872" y="1298448"/>
            <a:ext cx="4206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1435608"/>
            <a:ext cx="566928" cy="566928"/>
          </a:xfrm>
          <a:prstGeom prst="ellipse">
            <a:avLst/>
          </a:prstGeom>
          <a:solidFill>
            <a:srgbClr val="C0F4E8"/>
          </a:solidFill>
          <a:ln w="12700">
            <a:solidFill>
              <a:srgbClr val="C0F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435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138988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y ágil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8288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90 segundos para demostrar aptitudes. El empleador también ahorra tiempo: visualiza el talento en 90 segundos antes de decidir a quién llamar.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3035808"/>
            <a:ext cx="4206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72968"/>
            <a:ext cx="566928" cy="566928"/>
          </a:xfrm>
          <a:prstGeom prst="ellipse">
            <a:avLst/>
          </a:prstGeom>
          <a:solidFill>
            <a:srgbClr val="C0F4E8"/>
          </a:solidFill>
          <a:ln w="12700">
            <a:solidFill>
              <a:srgbClr val="C0F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72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❤️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24128" y="312724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empatía real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5661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permite ver a la persona: su grado de compromiso, expectativas y rasgos de personalidad. Genera mayor empatía y alcance al receptor.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90872" y="3035808"/>
            <a:ext cx="4206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28032" y="3172968"/>
            <a:ext cx="566928" cy="566928"/>
          </a:xfrm>
          <a:prstGeom prst="ellipse">
            <a:avLst/>
          </a:prstGeom>
          <a:solidFill>
            <a:srgbClr val="C0F4E8"/>
          </a:solidFill>
          <a:ln w="12700">
            <a:solidFill>
              <a:srgbClr val="C0F4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172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0" y="312724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 al CV en papel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35661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destaca rasgos y aptitudes de su personalidad que ningún papel puede transmitir. En 90 segundos genera un mayor impacto de confianza hacia el empleador.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926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laboral digital compartible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oportunai.com.ar/u/nombre-apellido/cv · Se comparte con un link por WhatsApp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30368" y="137160"/>
            <a:ext cx="3639312" cy="4828032"/>
          </a:xfrm>
          <a:prstGeom prst="roundRect">
            <a:avLst>
              <a:gd name="adj" fmla="val 5528"/>
            </a:avLst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12664" y="219456"/>
            <a:ext cx="3474720" cy="4663440"/>
          </a:xfrm>
          <a:prstGeom prst="roundRect">
            <a:avLst>
              <a:gd name="adj" fmla="val 4211"/>
            </a:avLst>
          </a:prstGeom>
          <a:solidFill>
            <a:srgbClr val="F8F7F4"/>
          </a:solidFill>
          <a:ln w="6350">
            <a:solidFill>
              <a:srgbClr val="EEED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12664" y="219456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D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13248" y="28346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3248" y="265176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50992" y="2834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17536" y="292608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sesión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349240" y="640080"/>
            <a:ext cx="3401568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6350">
            <a:solidFill>
              <a:srgbClr val="EEED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77256" y="822960"/>
            <a:ext cx="621792" cy="621792"/>
          </a:xfrm>
          <a:prstGeom prst="ellipse">
            <a:avLst/>
          </a:prstGeom>
          <a:solidFill>
            <a:srgbClr val="5B3FE0"/>
          </a:solidFill>
          <a:ln w="12700">
            <a:solidFill>
              <a:srgbClr val="4A3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77256" y="8229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90488" y="7680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González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0488" y="1088136"/>
            <a:ext cx="640080" cy="164592"/>
          </a:xfrm>
          <a:prstGeom prst="roundRect">
            <a:avLst>
              <a:gd name="adj" fmla="val 22222"/>
            </a:avLst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08813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Video CV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6867144" y="1088136"/>
            <a:ext cx="749808" cy="164592"/>
          </a:xfrm>
          <a:prstGeom prst="roundRect">
            <a:avLst>
              <a:gd name="adj" fmla="val 2222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7144" y="1088136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3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Nativo digital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6190488" y="1289304"/>
            <a:ext cx="713232" cy="164592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1289304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2 referencias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5440680" y="1536192"/>
            <a:ext cx="3218688" cy="0"/>
          </a:xfrm>
          <a:prstGeom prst="line">
            <a:avLst/>
          </a:prstGeom>
          <a:noFill/>
          <a:ln w="6350">
            <a:solidFill>
              <a:srgbClr val="EEED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609344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Busco trabajo en zona norte. Tengo experiencia en hotelería.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49240" y="2103120"/>
            <a:ext cx="3401568" cy="932688"/>
          </a:xfrm>
          <a:prstGeom prst="roundRect">
            <a:avLst>
              <a:gd name="adj" fmla="val 8824"/>
            </a:avLst>
          </a:prstGeom>
          <a:solidFill>
            <a:srgbClr val="FFFBF3"/>
          </a:solidFill>
          <a:ln w="9525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2167128"/>
            <a:ext cx="3218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Contexto de vida — Korai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440680" y="239572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bienestar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440680" y="2633472"/>
            <a:ext cx="47548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5080">
            <a:solidFill>
              <a:srgbClr val="EEED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14416" y="268833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9320" y="2633472"/>
            <a:ext cx="47548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5080">
            <a:solidFill>
              <a:srgbClr val="EEED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63056" y="2688336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2633472"/>
            <a:ext cx="47548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5080">
            <a:solidFill>
              <a:srgbClr val="EEED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11696" y="268833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86600" y="2633472"/>
            <a:ext cx="47548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5080">
            <a:solidFill>
              <a:srgbClr val="EEED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60336" y="268833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35240" y="2633472"/>
            <a:ext cx="47548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5080">
            <a:solidFill>
              <a:srgbClr val="EEED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08976" y="268833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83880" y="2633472"/>
            <a:ext cx="47548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5080">
            <a:solidFill>
              <a:srgbClr val="EEED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57616" y="2688336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49240" y="3108960"/>
            <a:ext cx="3401568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EED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40680" y="3182112"/>
            <a:ext cx="3218688" cy="365760"/>
          </a:xfrm>
          <a:prstGeom prst="roundRect">
            <a:avLst>
              <a:gd name="adj" fmla="val 15000"/>
            </a:avLst>
          </a:prstGeom>
          <a:solidFill>
            <a:srgbClr val="161513"/>
          </a:solidFill>
          <a:ln w="12700">
            <a:solidFill>
              <a:srgbClr val="2A29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3182112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440680" y="3593592"/>
            <a:ext cx="1097280" cy="155448"/>
          </a:xfrm>
          <a:prstGeom prst="roundRect">
            <a:avLst>
              <a:gd name="adj" fmla="val 29412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40680" y="3593592"/>
            <a:ext cx="10972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Descargar CV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6611112" y="3593592"/>
            <a:ext cx="987552" cy="155448"/>
          </a:xfrm>
          <a:prstGeom prst="roundRect">
            <a:avLst>
              <a:gd name="adj" fmla="val 29412"/>
            </a:avLst>
          </a:prstGeom>
          <a:solidFill>
            <a:srgbClr val="EEEDEA"/>
          </a:solidFill>
          <a:ln w="12700">
            <a:solidFill>
              <a:srgbClr val="EEED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11112" y="3593592"/>
            <a:ext cx="9875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Compartir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5349240" y="3858768"/>
            <a:ext cx="3401568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6350">
            <a:solidFill>
              <a:srgbClr val="EEED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40680" y="395020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40680" y="3950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🏢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843016" y="395020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843016" y="417880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Lucía Torres · Supervisora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7744968" y="3986784"/>
            <a:ext cx="804672" cy="1828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44968" y="3986784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440680" y="4370832"/>
            <a:ext cx="3127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 responsable y puntual"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201168" y="1207008"/>
            <a:ext cx="46634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10896" y="1380744"/>
            <a:ext cx="411480" cy="41148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" y="13807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🪪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795528" y="129844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propia por persona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95528" y="1609344"/>
            <a:ext cx="3995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oportunai.com.ar/u/nombre · compartible en un clic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01168" y="2167128"/>
            <a:ext cx="46634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10896" y="2340864"/>
            <a:ext cx="411480" cy="41148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" y="23408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🚦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795528" y="225856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Korai visible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95528" y="2569464"/>
            <a:ext cx="3995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dimensiones de bienestar para que el empleador contextualice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01168" y="3127248"/>
            <a:ext cx="46634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10896" y="3300984"/>
            <a:ext cx="411480" cy="41148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0896" y="33009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795528" y="321868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verificadas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95528" y="3529584"/>
            <a:ext cx="3995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dorado con empresa, referente y mensaje validado por email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201168" y="4087368"/>
            <a:ext cx="46634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310896" y="4261104"/>
            <a:ext cx="411480" cy="411480"/>
          </a:xfrm>
          <a:prstGeom prst="ellipse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" y="42611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▶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795528" y="417880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CV + descarga ATS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795528" y="4489704"/>
            <a:ext cx="3995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Reproducción directa y PDF con keywords del área laboral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926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Video CV guiado — cómo funciona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coach OportunAI acompaña la sesión. El sistema divide la grabación en secciones con preguntas guía en pantalla. Cada sección se puede rever y regrabar.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298448"/>
            <a:ext cx="1591056" cy="3090672"/>
          </a:xfrm>
          <a:prstGeom prst="roundRect">
            <a:avLst>
              <a:gd name="adj" fmla="val 8046"/>
            </a:avLst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353312"/>
            <a:ext cx="1481328" cy="2971800"/>
          </a:xfrm>
          <a:prstGeom prst="roundRect">
            <a:avLst>
              <a:gd name="adj" fmla="val 6790"/>
            </a:avLst>
          </a:prstGeom>
          <a:solidFill>
            <a:srgbClr val="0D0C24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426464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CV · 3 secciones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92608" y="1591056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 para grabar?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182880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Presentación        30s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92608" y="1975104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Experiencia          30s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92608" y="2121408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Por qué me elegís 20s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92608" y="2304288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Podés rever y regrabar cada sección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338328" y="3749040"/>
            <a:ext cx="1280160" cy="246888"/>
          </a:xfrm>
          <a:prstGeom prst="roundRect">
            <a:avLst>
              <a:gd name="adj" fmla="val 25926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3749040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Comenzar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49808" y="1133856"/>
            <a:ext cx="457200" cy="201168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11338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4114800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Secciones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956816" y="1298448"/>
            <a:ext cx="1591056" cy="3090672"/>
          </a:xfrm>
          <a:prstGeom prst="roundRect">
            <a:avLst>
              <a:gd name="adj" fmla="val 8046"/>
            </a:avLst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1353312"/>
            <a:ext cx="1481328" cy="2971800"/>
          </a:xfrm>
          <a:prstGeom prst="roundRect">
            <a:avLst>
              <a:gd name="adj" fmla="val 6790"/>
            </a:avLst>
          </a:prstGeom>
          <a:solidFill>
            <a:srgbClr val="0D0C24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8256" y="1426464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C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1/3 · Presentación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048256" y="1627632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"Decí tu nombre y en qué área querés trabajar"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48256" y="192024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4" name="Shape 22"/>
          <p:cNvSpPr/>
          <p:nvPr/>
        </p:nvSpPr>
        <p:spPr>
          <a:xfrm>
            <a:off x="2505456" y="1133856"/>
            <a:ext cx="457200" cy="201168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05456" y="11338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56816" y="4114800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Guía en pantalla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712464" y="1298448"/>
            <a:ext cx="1591056" cy="3090672"/>
          </a:xfrm>
          <a:prstGeom prst="roundRect">
            <a:avLst>
              <a:gd name="adj" fmla="val 8046"/>
            </a:avLst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67328" y="1353312"/>
            <a:ext cx="1481328" cy="2971800"/>
          </a:xfrm>
          <a:prstGeom prst="roundRect">
            <a:avLst>
              <a:gd name="adj" fmla="val 6790"/>
            </a:avLst>
          </a:prstGeom>
          <a:solidFill>
            <a:srgbClr val="0D0C24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03904" y="1426464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9B8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 · Presentación    ⏱ 28s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803904" y="1627632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"Decí tu nombre y en qué área querés trabajar"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03904" y="1938528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████████░░░░   ● REC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3849624" y="3749040"/>
            <a:ext cx="1280160" cy="246888"/>
          </a:xfrm>
          <a:prstGeom prst="roundRect">
            <a:avLst>
              <a:gd name="adj" fmla="val 25926"/>
            </a:avLst>
          </a:prstGeom>
          <a:solidFill>
            <a:srgbClr val="1A1A4A"/>
          </a:solidFill>
          <a:ln w="12700">
            <a:solidFill>
              <a:srgbClr val="1A1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9624" y="3749040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Terminar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261104" y="1133856"/>
            <a:ext cx="457200" cy="201168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61104" y="11338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12464" y="4114800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Grabando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68112" y="1298448"/>
            <a:ext cx="1591056" cy="3090672"/>
          </a:xfrm>
          <a:prstGeom prst="roundRect">
            <a:avLst>
              <a:gd name="adj" fmla="val 8046"/>
            </a:avLst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22976" y="1353312"/>
            <a:ext cx="1481328" cy="2971800"/>
          </a:xfrm>
          <a:prstGeom prst="roundRect">
            <a:avLst>
              <a:gd name="adj" fmla="val 6790"/>
            </a:avLst>
          </a:prstGeom>
          <a:solidFill>
            <a:srgbClr val="0D0C24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9552" y="1408176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1/3 · Presentación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559552" y="1572768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te fue?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Mirá el video y decidí.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59552" y="192024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(tu grabación)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541264" y="3712464"/>
            <a:ext cx="603504" cy="219456"/>
          </a:xfrm>
          <a:prstGeom prst="roundRect">
            <a:avLst>
              <a:gd name="adj" fmla="val 25000"/>
            </a:avLst>
          </a:prstGeom>
          <a:solidFill>
            <a:srgbClr val="1A1840"/>
          </a:solidFill>
          <a:ln w="12700">
            <a:solidFill>
              <a:srgbClr val="4040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41264" y="3712464"/>
            <a:ext cx="603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Regrabar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181344" y="3712464"/>
            <a:ext cx="731520" cy="219456"/>
          </a:xfrm>
          <a:prstGeom prst="roundRect">
            <a:avLst>
              <a:gd name="adj" fmla="val 25000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81344" y="371246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→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016752" y="1133856"/>
            <a:ext cx="457200" cy="201168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16752" y="11338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68112" y="4114800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Rever y decidir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223760" y="1298448"/>
            <a:ext cx="1591056" cy="3090672"/>
          </a:xfrm>
          <a:prstGeom prst="roundRect">
            <a:avLst>
              <a:gd name="adj" fmla="val 8046"/>
            </a:avLst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78624" y="1353312"/>
            <a:ext cx="1481328" cy="2971800"/>
          </a:xfrm>
          <a:prstGeom prst="roundRect">
            <a:avLst>
              <a:gd name="adj" fmla="val 6790"/>
            </a:avLst>
          </a:prstGeom>
          <a:solidFill>
            <a:srgbClr val="0D0C24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0" y="150876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7315200" y="1938528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¡Video CV listo!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315200" y="2157984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 en tu perfil.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360920" y="3749040"/>
            <a:ext cx="1280160" cy="246888"/>
          </a:xfrm>
          <a:prstGeom prst="roundRect">
            <a:avLst>
              <a:gd name="adj" fmla="val 25926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60920" y="3749040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al perfil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772400" y="1133856"/>
            <a:ext cx="457200" cy="201168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0" y="11338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223760" y="4114800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Perfil listo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926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funcionalidades que potencian el perfil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2761488" cy="3794760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2761488" cy="475488"/>
          </a:xfrm>
          <a:prstGeom prst="roundRect">
            <a:avLst>
              <a:gd name="adj" fmla="val 1923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2761488" cy="265176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515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Referencias verificadas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" y="1591056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empleador anterior confirma la experiencia de la persona — aparece en el perfil con badge "Verificado".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304288"/>
            <a:ext cx="2450592" cy="914400"/>
          </a:xfrm>
          <a:prstGeom prst="roundRect">
            <a:avLst>
              <a:gd name="adj" fmla="val 8000"/>
            </a:avLst>
          </a:prstGeom>
          <a:solidFill>
            <a:srgbClr val="F8F7F4"/>
          </a:solidFill>
          <a:ln w="6350">
            <a:solidFill>
              <a:srgbClr val="EEED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395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4048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2642616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Lucía Torres · Supervisora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94560" y="2414016"/>
            <a:ext cx="530352" cy="173736"/>
          </a:xfrm>
          <a:prstGeom prst="roundRect">
            <a:avLst>
              <a:gd name="adj" fmla="val 26316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414016"/>
            <a:ext cx="5303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38912" y="2907792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"Muy responsable y puntual"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330098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3255264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carga empresa y referente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364845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3602736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envía email de validación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9959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395020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referente confirma y agrega mensaje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91256" y="1024128"/>
            <a:ext cx="2761488" cy="3794760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91256" y="1024128"/>
            <a:ext cx="2761488" cy="475488"/>
          </a:xfrm>
          <a:prstGeom prst="roundRect">
            <a:avLst>
              <a:gd name="adj" fmla="val 19231"/>
            </a:avLst>
          </a:prstGeom>
          <a:solidFill>
            <a:srgbClr val="C0F4E8"/>
          </a:solidFill>
          <a:ln w="12700">
            <a:solidFill>
              <a:srgbClr val="C0F4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91256" y="1234440"/>
            <a:ext cx="2761488" cy="265176"/>
          </a:xfrm>
          <a:prstGeom prst="rect">
            <a:avLst/>
          </a:prstGeom>
          <a:solidFill>
            <a:srgbClr val="C0F4E8"/>
          </a:solidFill>
          <a:ln w="12700">
            <a:solidFill>
              <a:srgbClr val="C0F4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10515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Capacitaciones y talleres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310128" y="1591056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centro asigna talleres. Al completarlos, aparecen en el perfil y habilitan un Video CV específico.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10128" y="2331720"/>
            <a:ext cx="365760" cy="365760"/>
          </a:xfrm>
          <a:prstGeom prst="ellipse">
            <a:avLst/>
          </a:prstGeom>
          <a:solidFill>
            <a:srgbClr val="C0F4E8"/>
          </a:solidFill>
          <a:ln w="12700">
            <a:solidFill>
              <a:srgbClr val="C0F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30752" y="2377440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centro asigna el taller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10128" y="2953512"/>
            <a:ext cx="365760" cy="365760"/>
          </a:xfrm>
          <a:prstGeom prst="ellipse">
            <a:avLst/>
          </a:prstGeom>
          <a:solidFill>
            <a:srgbClr val="C0F4E8"/>
          </a:solidFill>
          <a:ln w="12700">
            <a:solidFill>
              <a:srgbClr val="C0F4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▶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30752" y="2999232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avanza a su ritmo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310128" y="3575304"/>
            <a:ext cx="365760" cy="365760"/>
          </a:xfrm>
          <a:prstGeom prst="ellipse">
            <a:avLst/>
          </a:prstGeom>
          <a:solidFill>
            <a:srgbClr val="C0F4E8"/>
          </a:solidFill>
          <a:ln w="12700">
            <a:solidFill>
              <a:srgbClr val="C0F4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3575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🏆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730752" y="3621024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completar, aparece en el perfil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310128" y="4197096"/>
            <a:ext cx="365760" cy="365760"/>
          </a:xfrm>
          <a:prstGeom prst="ellipse">
            <a:avLst/>
          </a:prstGeom>
          <a:solidFill>
            <a:srgbClr val="C0F4E8"/>
          </a:solidFill>
          <a:ln w="12700">
            <a:solidFill>
              <a:srgbClr val="C0F4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4197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🎥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730752" y="4242816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grabar un Video CV del taller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53912" y="1024128"/>
            <a:ext cx="2761488" cy="3794760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9525">
            <a:solidFill>
              <a:srgbClr val="EEEDE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53912" y="1024128"/>
            <a:ext cx="2761488" cy="475488"/>
          </a:xfrm>
          <a:prstGeom prst="roundRect">
            <a:avLst>
              <a:gd name="adj" fmla="val 19231"/>
            </a:avLst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53912" y="1234440"/>
            <a:ext cx="2761488" cy="265176"/>
          </a:xfrm>
          <a:prstGeom prst="rect">
            <a:avLst/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2784" y="10515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CV Apto ATS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272784" y="1591056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con un clic desde el perfil. Pasa los filtros automáticos de las empresas.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72784" y="2304288"/>
            <a:ext cx="2450592" cy="594360"/>
          </a:xfrm>
          <a:prstGeom prst="roundRect">
            <a:avLst>
              <a:gd name="adj" fmla="val 10769"/>
            </a:avLst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64224" y="2340864"/>
            <a:ext cx="2267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CV común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64224" y="256032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Tablas/columnas que el ATS no puede leer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72784" y="2980944"/>
            <a:ext cx="2450592" cy="594360"/>
          </a:xfrm>
          <a:prstGeom prst="roundRect">
            <a:avLst>
              <a:gd name="adj" fmla="val 10769"/>
            </a:avLst>
          </a:prstGeom>
          <a:solidFill>
            <a:srgbClr val="D1FAE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64224" y="3017520"/>
            <a:ext cx="2267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CV OportunAI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64224" y="3236976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plano con keywords del área laboral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72784" y="3703320"/>
            <a:ext cx="91440" cy="91440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9088" y="3657600"/>
            <a:ext cx="23042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talleres completados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72784" y="4050792"/>
            <a:ext cx="91440" cy="91440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19088" y="4005072"/>
            <a:ext cx="23042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referencias verificadas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72784" y="4398264"/>
            <a:ext cx="91440" cy="91440"/>
          </a:xfrm>
          <a:prstGeom prst="ellipse">
            <a:avLst/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19088" y="4352544"/>
            <a:ext cx="23042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→ PDF listo para enviar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C24"/>
          </a:solidFill>
          <a:ln w="12700">
            <a:solidFill>
              <a:srgbClr val="0D0C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371600"/>
            <a:ext cx="5943600" cy="5943600"/>
          </a:xfrm>
          <a:prstGeom prst="ellipse">
            <a:avLst/>
          </a:prstGeom>
          <a:solidFill>
            <a:srgbClr val="5B3FE0">
              <a:alpha val="16000"/>
            </a:srgbClr>
          </a:solidFill>
          <a:ln w="12700">
            <a:solidFill>
              <a:srgbClr val="5B3FE0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2743200"/>
            <a:ext cx="5029200" cy="5029200"/>
          </a:xfrm>
          <a:prstGeom prst="ellipse">
            <a:avLst/>
          </a:prstGeom>
          <a:solidFill>
            <a:srgbClr val="1E1B4B">
              <a:alpha val="20000"/>
            </a:srgbClr>
          </a:solidFill>
          <a:ln w="12700">
            <a:solidFill>
              <a:srgbClr val="1E1B4B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502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7548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56692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Oportunai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66928" y="1170432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herramienta para que cada persona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pueda mostrar quién es, no solo en papel.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75488" y="2487168"/>
            <a:ext cx="2633472" cy="1389888"/>
          </a:xfrm>
          <a:prstGeom prst="roundRect">
            <a:avLst>
              <a:gd name="adj" fmla="val 9211"/>
            </a:avLst>
          </a:prstGeom>
          <a:solidFill>
            <a:srgbClr val="1A184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514600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B8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66928" y="3200400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audiovisualizadas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Tu VideoCV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55848" y="2487168"/>
            <a:ext cx="2633472" cy="1389888"/>
          </a:xfrm>
          <a:prstGeom prst="roundRect">
            <a:avLst>
              <a:gd name="adj" fmla="val 9211"/>
            </a:avLst>
          </a:prstGeom>
          <a:solidFill>
            <a:srgbClr val="1A184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2514600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B8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447288" y="3200400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match a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laboral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6208" y="2487168"/>
            <a:ext cx="2633472" cy="1389888"/>
          </a:xfrm>
          <a:prstGeom prst="roundRect">
            <a:avLst>
              <a:gd name="adj" fmla="val 9211"/>
            </a:avLst>
          </a:prstGeom>
          <a:solidFill>
            <a:srgbClr val="1A184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2514600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B8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327648" y="3200400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video generan más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que un CV en papel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88720" y="4178808"/>
            <a:ext cx="2743200" cy="566928"/>
          </a:xfrm>
          <a:prstGeom prst="roundRect">
            <a:avLst>
              <a:gd name="adj" fmla="val 19355"/>
            </a:avLst>
          </a:prstGeom>
          <a:solidFill>
            <a:srgbClr val="5B3FE0"/>
          </a:solidFill>
          <a:ln w="12700">
            <a:solidFill>
              <a:srgbClr val="5B3F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17880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oportunai.com.ar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0" y="4178808"/>
            <a:ext cx="2743200" cy="566928"/>
          </a:xfrm>
          <a:prstGeom prst="roundRect">
            <a:avLst>
              <a:gd name="adj" fmla="val 19355"/>
            </a:avLst>
          </a:prstGeom>
          <a:solidFill>
            <a:srgbClr val="1A1840"/>
          </a:solidFill>
          <a:ln w="12700">
            <a:solidFill>
              <a:srgbClr val="7A6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417880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8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hola@oportunai.com.ar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2026-08-25T01:40:35Z</dcterms:created>
  <dcterms:modified xsi:type="dcterms:W3CDTF">2026-08-25T01:40:35Z</dcterms:modified>
</cp:coreProperties>
</file>